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15095@rudn.ru" TargetMode="External" /><Relationship Id="rId3" Type="http://schemas.openxmlformats.org/officeDocument/2006/relationships/hyperlink" Target="https://github.com/Saarushi03/study_2025_2026_simmo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Лабораторной работе №8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основных моделей в дискретно-событийном подходе</a:t>
            </a:r>
            <a:br/>
            <a:br/>
            <a:r>
              <a:rPr/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Сингх Ааруши</a:t>
            </a:r>
          </a:p>
          <a:p>
            <a:pPr lvl="1"/>
            <a:r>
              <a:rPr/>
              <a:t>студентка</a:t>
            </a:r>
          </a:p>
          <a:p>
            <a:pPr lvl="1"/>
            <a:r>
              <a:rPr/>
              <a:t>Российский университет дружбы народов им. П. Лумумбы</a:t>
            </a:r>
          </a:p>
          <a:p>
            <a:pPr lvl="1"/>
            <a:r>
              <a:rPr>
                <a:hlinkClick r:id="rId2"/>
              </a:rPr>
              <a:t>1132215095@rudn.ru</a:t>
            </a:r>
          </a:p>
          <a:p>
            <a:pPr lvl="1"/>
            <a:r>
              <a:rPr>
                <a:hlinkClick r:id="rId3"/>
              </a:rPr>
              <a:t>https://github.com/Saarushi03/study_2025_2026_simmod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Изучить дискретно-событийный подход к имитационному моделированию на примере моделей распространения инфекции SIR и SEIR. Реализовать стохастическую дискретно-событийную модель на языке Julia, исследовать влияние параметров модели, выполнить анализ чувствительности, реализовать вакцинацию и модифицировать модель с учётом латентного периода инфекции.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необходимо: Реализовать дискретно-событийную модель SIR. Построить графики изменения численности групп S, I и R. Провести анализ чувствительности модели к параметрам. Реализовать детерминированную длительность болезни. Выполнить оценку производительности модели. Реализовать сохранение результатов в CSV-файл. Реализовать механизм вакцинации. Реализовать расширенную модель SEIR. Сравнить результаты различных моделей.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симуляции был получен график изменения численности групп S, I и R. Анализ графика показал: количество восприимчивых постепенно уменьшается; количество инфицированных сначала растёт, затем снижается; количество выздоровевших постоянно увеличивается. Это соответствует классической динамике эпидемии.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sir_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Discrete Event SIR Model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чувствительности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 выполнен анализ влияния параметра β на распространение инфекции. Использовались различные значения вероятности заражения: β = 0.03; β = 0.05; β = 0.07. Результаты показали: при увеличении β инфекция распространяется быстрее; пик числа инфицированных становится выше; эпидемия развивается интенсивнее.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beta_valu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7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Анализ чувствительности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Детерминированная длительность болезни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модели стохастическое время выздоровления было заменено фиксированным значением. Это позволило сравнить: стохастическую модель; детерминированную модель. В результате было установлено, что детерминированная модель даёт более гладкие и синхронные кривые выздоровления.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Оценка производительности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библиотеки BenchmarkTools была выполнена оценка времени выполнения модели. Для популяции большого размера было измерено: время выполнения; использование памяти; производительность симуляции. Были рассмотрены возможные методы оптимизации: предварительная генерация случайных чисел; сокращение числа событий; векторизация вычислений.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вакцинации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модель был добавлен механизм вакцинации. В определённый момент времени часть восприимчивых агентов переводилась в состояние R. Результаты показали: уменьшение числа восприимчивых; снижение числа инфицированных; ослабление эпидемии.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va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вакцинации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SEIR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модель было добавлено состояние E — латентная стадия заболевания. После заражения агент: переходил в состояние E; ожидал завершения инкубационного периода; становился инфекционным; затем выздоравливал. Был построен график SEIR. Анализ показал: эпидемия развивается медленнее; пик инфекции возникает позже; наличие инкубационного периода задерживает распространение инфекции.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seir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SEIR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моделей SIR и SEIR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Было выполнено сравнение моделей SIR и SEIR. Установлено, что модель SEIR более реалистично описывает заболевания с инкубационным периодом. Основные отличия: наличие скрытой стадии заболевания; задержка роста числа инфицированных; более плавное развитие эпидемии.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sir_vs_se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Сравнение моделей SIR и SEIR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работы были получены навыки: дискретно-событийного моделирования; работы с агентными моделями; анализа эпидемических процессов; построения и анализа графиков. Полученные результаты показали влияние параметров модели на динамику распространения инфекции и подтвердили эффективность расширения модели SEIR.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Методические указания к лабораторной работе. Документация Julia Language. URL: https://julialang.org Документация ConcurrentSim.jl. URL: https://juliadynamics.github.io/ConcurrentSim.jl Документация StatsPlots.jl. Hethcote H. W. The Mathematics of Infectious Diseases // SIAM Review.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Лабораторной работе №8</dc:title>
  <dc:creator>Сингх Ааруши</dc:creator>
  <cp:keywords/>
  <dcterms:created xsi:type="dcterms:W3CDTF">2026-05-30T13:48:29Z</dcterms:created>
  <dcterms:modified xsi:type="dcterms:W3CDTF">2026-05-30T13:48:29Z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2026-05-30</vt:lpwstr>
  </property>
  <property fmtid="{D5CDD505-2E9C-101B-9397-08002B2CF9AE}" pid="9" name="date-format">
    <vt:lpwstr>2026-05-30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Реализация основных моделей в дискретно-событийном подходе</vt:lpwstr>
  </property>
  <property fmtid="{D5CDD505-2E9C-101B-9397-08002B2CF9AE}" pid="16" name="toc-title">
    <vt:lpwstr>Содержание</vt:lpwstr>
  </property>
</Properties>
</file>