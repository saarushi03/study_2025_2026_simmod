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1132215095@rudn.ru" TargetMode="External" /><Relationship Id="rId3" Type="http://schemas.openxmlformats.org/officeDocument/2006/relationships/hyperlink" Target="https://github.com/Saarushi03/study_2025_2026_simmod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Презентация по лабораторной работе №7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Дискретно-событийное моделирование</a:t>
            </a:r>
            <a:br/>
            <a:br/>
            <a:r>
              <a:rPr/>
              <a:t>Сингх Ааруши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Сингх Ааруши</a:t>
            </a:r>
          </a:p>
          <a:p>
            <a:pPr lvl="0"/>
            <a:r>
              <a:rPr/>
              <a:t>студентка</a:t>
            </a:r>
          </a:p>
          <a:p>
            <a:pPr lvl="0"/>
            <a:r>
              <a:rPr/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1132215095@rudn.ru</a:t>
            </a:r>
          </a:p>
          <a:p>
            <a:pPr lvl="0"/>
            <a:r>
              <a:rPr>
                <a:hlinkClick r:id="rId3"/>
              </a:rPr>
              <a:t>https://github.com/Saarushi03/study_2025_2026_simmod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::: ::::::::::::::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Изучить методы дискретно-событийного моделирования, реализовать модель M/M/c и модель Росса, выполнить моделирование в среде Jupyter Notebook на языке Julia, а также построить графики и провести анализ результатов.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лабораторной работы требовалось: Создать рабочий каталог проекта. Установить необходимые пакеты Julia. Реализовать модель M/M/c. Реализовать модель Росса. Выполнить моделирование. Построить графики. Проанализировать результаты моделирования.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модели M/M/c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модели были заданы: количество серверов; интенсивность поступления заявок; интенсивность обслуживания. В ходе моделирования определялись: время прибытия заявок; время ожидания; время обслуживания. Были построены графики: времени ожидания; общего времени нахождения заявок в системе.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1.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модели M/M/c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модели Росса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модели были заданы: количество рабочих машин; количество резервных машин; параметры отказов; параметры ремонта. В ходе моделирования анализировалось: изменение количества исправных машин; время до отказа системы. Был построен график изменения числа запасных машин во времени.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на Julia</a:t>
            </a:r>
          </a:p>
        </p:txBody>
      </p:sp>
      <p:pic>
        <p:nvPicPr>
          <p:cNvPr descr="image/1.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модели Росса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лабораторной работы были изучены методы дискретно-событийного моделирования. Были реализованы: модель M/M/c; модель Росса. Также были построены графики и выполнен анализ эффективности и надёжности систем.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Росс Ш. Теория вероятностей. — Москва: Академкнига, 2010.</a:t>
            </a:r>
          </a:p>
          <a:p>
            <a:pPr lvl="0" indent="-342900" marL="342900">
              <a:buAutoNum type="arabicPeriod"/>
            </a:pPr>
            <a:r>
              <a:rPr/>
              <a:t>Клейнрок Л. Теория массового обслуживания. — Москва: Машиностроение, 1979.</a:t>
            </a:r>
          </a:p>
          <a:p>
            <a:pPr lvl="0" indent="-342900" marL="342900">
              <a:buAutoNum type="arabicPeriod"/>
            </a:pPr>
            <a:r>
              <a:rPr/>
              <a:t>Гнеденко Б. В. Курс теории вероятностей. — Москва: URSS, 2015.</a:t>
            </a:r>
          </a:p>
          <a:p>
            <a:pPr lvl="0" indent="-342900" marL="342900">
              <a:buAutoNum type="arabicPeriod"/>
            </a:pPr>
            <a:r>
              <a:rPr/>
              <a:t>Law A. M. Simulation Modeling and Analysis. — New York: McGraw-Hill, 2015.</a:t>
            </a:r>
          </a:p>
          <a:p>
            <a:pPr lvl="0" indent="-342900" marL="342900">
              <a:buAutoNum type="arabicPeriod"/>
            </a:pPr>
            <a:r>
              <a:rPr/>
              <a:t>Banks J. Discrete-Event System Simulation. — Pearson Education, 2010.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лабораторной работе №7</dc:title>
  <dc:creator>Сингх Ааруши</dc:creator>
  <cp:keywords/>
  <dcterms:created xsi:type="dcterms:W3CDTF">2026-05-16T01:12:47Z</dcterms:created>
  <dcterms:modified xsi:type="dcterms:W3CDTF">2026-05-16T01:12:47Z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2026-05-15</vt:lpwstr>
  </property>
  <property fmtid="{D5CDD505-2E9C-101B-9397-08002B2CF9AE}" pid="9" name="date-format">
    <vt:lpwstr>2026-05-15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Дискретно-событийное моделирование</vt:lpwstr>
  </property>
  <property fmtid="{D5CDD505-2E9C-101B-9397-08002B2CF9AE}" pid="16" name="toc-title">
    <vt:lpwstr>Содержание</vt:lpwstr>
  </property>
</Properties>
</file>